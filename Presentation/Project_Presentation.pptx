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2F706-0787-C81A-1D0B-5DCCABEC83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3D10E7-2DA0-5311-A3D5-CBE080FFB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290B3-7EB3-BA8D-9DBA-535DDF643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8F8AD-A53B-3D00-B3C0-2CF8335B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A37E-CBDC-AAF1-8DB4-60D60FA39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02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08DF-D900-36F9-0FD7-CEA3B1AE1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7287E-80A2-8768-D00B-246CACB79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9B2D0-EE5C-EAFB-90B7-7142B72E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6E18A-41E1-5AF9-D526-0F6F122F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92D13-F6FF-3902-BDA1-2C6C0B82F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71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7D73-BE60-7B79-99C4-671CB630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2797F-6504-EBC0-5616-13191B34C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B213B-EEDC-4CA9-25F1-E3F4CC2F5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60FA7-C81C-E907-FE89-77FC70E27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BD2F7-C687-001D-C8EA-97996E60A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08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11C93-8200-394E-F369-540FDC47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5E099-0799-E4DC-8C4D-0067771734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34055-5D5A-646B-8208-F860C7338E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3BB21-22C9-78F5-1002-EEE0DD4F2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CA251-95F1-59B1-AE79-A120B86B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1DE30-C149-A4B0-3349-8F39C7B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8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E00A-D9EE-BFB6-3498-9BBD15BAE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86BAB-2E38-6569-B216-741E36711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D78C2-2518-7D86-EC9F-54740CD40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3C61EC-AF63-052C-CF87-9751B225E7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2D7FF-28D9-F39E-5F0C-73061AFBB7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2C0BB4-5594-2414-DC8C-2376EB2B3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D1328-DE35-9721-F347-312C393A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7DEED1-8FA3-E9F1-C3BB-AEC3BC87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8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E0CF-62F9-4EBE-3022-221EA5E8E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1B3F1-85CE-7C4B-00C5-E94DFFB73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973E-2DE8-0E32-7D73-0AD4D04CF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06A20-43FF-D51B-CDA5-96E74E6C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9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24C60-A480-28C1-7FAF-C0A06B92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C2168-DB29-4EB5-18D5-1B595FEBF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E5595-A083-DB44-9C67-52CD1BEC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181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52585-CF83-6118-18A2-2B9A1312E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3D22C-4B11-8FBF-701C-AC59A2B54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3DE1D-7993-3CA9-6650-C886AEEE8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B52D1-006B-BA94-1565-EC3DB34E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231EF-603B-88DA-6124-FAC6D3F6D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5F8F2-F163-B025-5904-16E2C243A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92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AFB96-69FB-6C72-0E93-A80A4D41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C2FD2A-F14F-7CA0-13EA-CC0B82CB0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414F2-83CA-A24A-43C4-4B0D384D3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6E9F6-BB2F-999B-E3B1-8A646254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40F06-0867-79DF-89F9-F1C1FC87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67D1D1-D68F-D583-F589-8A892AA3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970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CACF2-7992-1CB7-BC25-05070798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5F91F-0E7B-E2FA-3CB2-12AB8740B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03431-0717-DBFB-8507-F34F1CEB7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3D678-9E3D-140A-135A-092F2AF81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BCC5B-96BB-5A79-44FA-36FD5FAC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40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AA0FCE-7076-9D1F-4DA2-78CDDB40A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34E2A-F7C1-9047-77BC-9922F6D192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7D8C-4D63-A0F5-96B5-98E16BC45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82F7-B36B-0899-1532-F9FDD937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800D2-D607-BA68-3FDA-73403F8D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656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55606-173D-F5E6-AA67-6C992BBF4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E6B15-63B2-274A-5100-9B82EF41A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B36F9-FF01-6A5D-7AA6-30B5B4EC8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A4189-7BB1-4FC5-9F3A-DB1253F4686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3D238-32CF-757E-1C0E-5A542E568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AA9D2-FF19-462E-407C-6DABC97551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F83FC-C33E-4EA5-9088-3DBD5537C5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1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AEA04E-DD81-63F1-FCEB-05AB8BCF5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6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4FC47A-42C7-58B7-7C5D-2FC782B05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117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A72104-001B-87C5-7632-AD2EB1D1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905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2F298-B6AD-9F4B-AC05-5D37DF82D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1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5DFD6-03BA-E739-4B94-D77C6B53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01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495965-25E7-960A-5145-70483D0F1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5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593A1-B5BB-396B-9597-CB1EFF716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2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B6F81-04BD-4BA6-3CF0-5126F2A5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9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B714D4-7C29-CC7A-A267-0983A5724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34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aleezanoor845@gmail.com</dc:creator>
  <cp:lastModifiedBy>aleezanoor845@gmail.com</cp:lastModifiedBy>
  <cp:revision>2</cp:revision>
  <dcterms:created xsi:type="dcterms:W3CDTF">2026-05-17T13:00:43Z</dcterms:created>
  <dcterms:modified xsi:type="dcterms:W3CDTF">2026-05-17T13:19:14Z</dcterms:modified>
</cp:coreProperties>
</file>